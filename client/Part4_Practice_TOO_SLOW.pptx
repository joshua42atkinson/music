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Part 4: Practice TOO SLOW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talk about Myelin. It's a biological substance that wraps around your nerves to make signals travel faster. Playing fast and sloppy builds sloppy myelin. Playing slowly and perfectly builds perfect, lightning-fast myelin. You are literally rewiring your nervous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So, practice slow. Slow way the f down. Make your muscles feel heavy, lazy, and sleepy. You have to forcefully calm your nervous system. Remember, patience isn't just a virtue here; it is a biological requirement for speed.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BERTRAND LAURENCE GUITAR STUDIO | MASTERCLASS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7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Part 4: Practice TOO SLOW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Biology of Myelination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Rewiring the Nervous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solidFill>
            <a:srgbClr val="2020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8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[Visual: A glowing neural pathway being coated in a bright, energetic sheath.]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Heavy, Lazy, Sleepy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Forcing Relaxation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solidFill>
            <a:srgbClr val="2020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8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[Visual: A neon turtle graphic swimming smoothly through a dark ocean.]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2026-05-17T00:56:07Z</dcterms:created>
  <dcterms:modified xsi:type="dcterms:W3CDTF">2026-05-17T00:56:07Z</dcterms:modified>
</cp:coreProperties>
</file>