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Part 7: Inducing The Flow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tie it all together. Your environment is controlled. Your body is relaxed. Your nervous system is deliberately wired. And the architecture of the fretboard is understood. Now, you can stop trying to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metaphysical goal of Bertrand's teachings. You surrender to the muscle memory you have built. You stop thinking about the fretboard. You let the music play you. Welcome to the flow state. Welcome to the Masterclass.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dirty="0">
                <a:solidFill>
                  <a:srgbClr val="A0A0C0"/>
                </a:solidFill>
                <a:latin typeface="Inter" pitchFamily="34" charset="0"/>
                <a:ea typeface="Inter" pitchFamily="34" charset="-122"/>
                <a:cs typeface="Inter" pitchFamily="34" charset="-120"/>
              </a:rPr>
              <a:t>BERTRAND LAURENCE GUITAR STUDIO | MASTERCLASS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057400"/>
            <a:ext cx="8229600" cy="914400"/>
          </a:xfrm>
          <a:prstGeom prst="rect">
            <a:avLst/>
          </a:prstGeom>
          <a:noFill/>
          <a:ln/>
        </p:spPr>
        <p:txBody>
          <a:bodyPr wrap="square" rtlCol="0" anchor="ctr"/>
          <a:lstStyle/>
          <a:p>
            <a:pPr algn="ctr" indent="0" marL="0">
              <a:buNone/>
            </a:pPr>
            <a:r>
              <a:rPr lang="en-US" sz="5400" b="1" dirty="0">
                <a:solidFill>
                  <a:srgbClr val="FFFFFF"/>
                </a:solidFill>
                <a:latin typeface="Outfit" pitchFamily="34" charset="0"/>
                <a:ea typeface="Outfit" pitchFamily="34" charset="-122"/>
                <a:cs typeface="Outfit" pitchFamily="34" charset="-120"/>
              </a:rPr>
              <a:t>Part 7: Inducing The Flow State</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Tying It Together</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Notes → Chords → Songs</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glowing flowchart showing the progression from simple dots to full musical expression.]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The Flow State</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Metaphysical Surrender</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guitarist completely lost in the music, surrounded by abstract, flowing neon energy.]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2026-05-17T00:56:07Z</dcterms:created>
  <dcterms:modified xsi:type="dcterms:W3CDTF">2026-05-17T00:56:07Z</dcterms:modified>
</cp:coreProperties>
</file>