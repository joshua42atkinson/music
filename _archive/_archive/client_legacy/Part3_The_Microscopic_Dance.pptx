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Part 3: The Microscopic Dance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you tune the guitar, you must tune yourself. Tension is the enemy of flow. Before you play a full song, loop a small musical sentence. As you loop it, perform a mental body scan. Are your shoulders raised? Is your jaw tight? Identify these zones of tension and release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analyze your movements under a microscope. Look at the relationship—the dance—between your fretting hand and your striking fingers. Shift your focus away from hitting the right note, and focus entirely on executing the perfect, relaxed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BERTRAND LAURENCE GUITAR STUDIO | MASTERCLASS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 3: The Microscopic Dance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Body Scan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Tension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An anatomical outline of a human body, highlighting the shoulders and jaw in glowing red.]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Microscopic Dance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Executing Perfect Movement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 magnifying glass analyzing the precise interaction between fretting and picking hands.]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2026-05-17T00:56:07Z</dcterms:created>
  <dcterms:modified xsi:type="dcterms:W3CDTF">2026-05-17T00:56:07Z</dcterms:modified>
</cp:coreProperties>
</file>