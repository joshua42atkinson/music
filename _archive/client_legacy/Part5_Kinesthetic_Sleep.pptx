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Part 5: Kinesthetic Sleep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shocking truth about learning the guitar: You do not actually get better while you are holding the instrument. You get better when you sleep. Muscle memory—or kinesthetic knowledge—is consolidated during deep 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biological fact relieves you of the pressure to get it right immediately. A mindful, hyper-focused one-hour practice session, followed by a nap or a good night's rest, yields exponentially more growth than four hours of frustrated, exhausted playing. Rest is a weapon.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BERTRAND LAURENCE GUITAR STUDIO | MASTERCLASS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 5: Kinesthetic Sleep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Anatomy of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Magic Happens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An anatomical human brain glowing with neon cyan circuitry against a dark background.]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Yield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as a Weapon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2020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8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[Visual: A person resting peacefully, with musical notes gently floating above.]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2026-05-17T00:56:07Z</dcterms:created>
  <dcterms:modified xsi:type="dcterms:W3CDTF">2026-05-17T00:56:07Z</dcterms:modified>
</cp:coreProperties>
</file>