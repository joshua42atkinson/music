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We've all heard it takes 10,000 hours to master a skill. But quantity without quality is just spinning your wheels. Mindless practice fosters mistakes and negative self-judgment. We are here to practice mindfully.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secret to mastering the guitar? Practice slow. Slow way the f down. Impatience is your worst enemy. Teach your nervous system to relax. Rushing and fumbling is like running headfirst into a wall. Make your muscles heavy and lazy to teach your mind to slow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Analyze your movements under a microscope. Look at the relationship—the dance—between your fretting hand and your striking fingers.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you improve motor skills the fastest? Sleep. Kinesthetic knowledge—body mechanics—is consolidated during deep sleep. A one-hour mindful practice followed by a good night's rest is worth four hours of frustrated noodling.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dedicated Practice Nook. Your environment dictates your focus. Use a physical Binder to track your progress, organize your sheet music, and log your mindful repetition.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you play, loop a small musical sentence. As you loop it, check your body. Are your shoulders raised? Is your jaw tight? Identify zones of tension and release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aren't just memorizing songs; you are learning the architecture of the fretboard. We use visual maps—like the CAGED system and Vertiscales—to show you how chords and scales interlock across the neck.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Perfect pitch isn't just magic you are born with—it is teachable. Ear training is a game of recognizing intervals. Once you can hear the difference between a Perfect 5th and a Major 3rd, the guitar neck unlocks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just rush to play the song. Learn the notes that make the chord, understand why the chord fits the map, and only then, build the song. Welcome to The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BERTRAND LAURENCE GUITAR STUDIO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Myth of 10,000 Hours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Quantity vs. Quality in Practice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2020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8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[Visual: A clock ticking alongside a person looking frustrated.]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Practice TOO SLOW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Teaching the Nervous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2020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8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[Visual: A turtle icon; a close-up of fingers moving deliberately on a fretboard.]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Microscopic Dance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Analyzing the Movements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2020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8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[Visual: A magnifying glass over a guitarist's left hand and right hand working together.]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Deep Sleep &amp; Kinesthetic Knowledge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Anatomy of Learning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2020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8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[Visual: A brain glowing while a person sleeps.]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Practice Nook &amp; Binder Control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Preparing the Environment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2020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8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[Visual: A beautifully organized desk with a guitar stand, a metronome, and a 3-ring binder.]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Body Scan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Tension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2020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8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[Visual: An anatomical outline of a human body, highlighting the shoulders and hands.]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Vertiscape &amp; CAGED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Two Things at Once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2020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8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[Visual: One of Bertrand's 'E Vertiscales' or 'CAGED' PDF maps dynamically highlighting.]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Ear Training is a Game You Can Win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Perfect Pitch is Teachable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2020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8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[Visual: The 'Pitch Room' UI, showing a Perfect 4th vs a Major 3rd.]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Notes → Chords → Songs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Foundation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2020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8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[Visual: A flowchart moving from single dots to chord blocks to full sheet music.]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2026-05-17T00:42:24Z</dcterms:created>
  <dcterms:modified xsi:type="dcterms:W3CDTF">2026-05-17T00:42:24Z</dcterms:modified>
</cp:coreProperties>
</file>